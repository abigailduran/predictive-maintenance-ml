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6858000" cy="9144000"/>
  <p:embeddedFontLst>
    <p:embeddedFont>
      <p:font typeface="Merriweather Light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Open Sans SemiBold"/>
      <p:regular r:id="rId20"/>
      <p:bold r:id="rId21"/>
      <p:italic r:id="rId22"/>
      <p:boldItalic r:id="rId23"/>
    </p:embeddedFont>
    <p:embeddedFont>
      <p:font typeface="Vidaloka"/>
      <p:regular r:id="rId24"/>
    </p:embeddedFont>
    <p:embeddedFont>
      <p:font typeface="Russo One"/>
      <p:regular r:id="rId25"/>
    </p:embeddedFont>
    <p:embeddedFont>
      <p:font typeface="Mako"/>
      <p:regular r:id="rId26"/>
    </p:embeddedFont>
    <p:embeddedFont>
      <p:font typeface="Crimson Text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OpenSans-regular.fntdata"/><Relationship Id="rId30" Type="http://schemas.openxmlformats.org/officeDocument/2006/relationships/font" Target="fonts/CrimsonText-boldItalic.fntdata"/><Relationship Id="rId33" Type="http://schemas.openxmlformats.org/officeDocument/2006/relationships/font" Target="fonts/OpenSans-italic.fntdata"/><Relationship Id="rId32" Type="http://schemas.openxmlformats.org/officeDocument/2006/relationships/font" Target="fonts/OpenSans-bold.fntdata"/><Relationship Id="rId34" Type="http://schemas.openxmlformats.org/officeDocument/2006/relationships/font" Target="fonts/OpenSans-boldItalic.fntdata"/><Relationship Id="rId20" Type="http://schemas.openxmlformats.org/officeDocument/2006/relationships/font" Target="fonts/OpenSansSemiBold-regular.fntdata"/><Relationship Id="rId22" Type="http://schemas.openxmlformats.org/officeDocument/2006/relationships/font" Target="fonts/OpenSansSemiBold-italic.fntdata"/><Relationship Id="rId21" Type="http://schemas.openxmlformats.org/officeDocument/2006/relationships/font" Target="fonts/OpenSansSemiBold-bold.fntdata"/><Relationship Id="rId24" Type="http://schemas.openxmlformats.org/officeDocument/2006/relationships/font" Target="fonts/Vidaloka-regular.fntdata"/><Relationship Id="rId23" Type="http://schemas.openxmlformats.org/officeDocument/2006/relationships/font" Target="fonts/OpenSansSemiBold-boldItalic.fntdata"/><Relationship Id="rId26" Type="http://schemas.openxmlformats.org/officeDocument/2006/relationships/font" Target="fonts/Mako-regular.fntdata"/><Relationship Id="rId25" Type="http://schemas.openxmlformats.org/officeDocument/2006/relationships/font" Target="fonts/RussoOne-regular.fntdata"/><Relationship Id="rId28" Type="http://schemas.openxmlformats.org/officeDocument/2006/relationships/font" Target="fonts/CrimsonText-bold.fntdata"/><Relationship Id="rId27" Type="http://schemas.openxmlformats.org/officeDocument/2006/relationships/font" Target="fonts/CrimsonText-regular.fntdata"/><Relationship Id="rId29" Type="http://schemas.openxmlformats.org/officeDocument/2006/relationships/font" Target="fonts/CrimsonText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MerriweatherLight-bold.fntdata"/><Relationship Id="rId12" Type="http://schemas.openxmlformats.org/officeDocument/2006/relationships/font" Target="fonts/MerriweatherLight-regular.fntdata"/><Relationship Id="rId15" Type="http://schemas.openxmlformats.org/officeDocument/2006/relationships/font" Target="fonts/MerriweatherLight-boldItalic.fntdata"/><Relationship Id="rId14" Type="http://schemas.openxmlformats.org/officeDocument/2006/relationships/font" Target="fonts/MerriweatherLight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cc7554a049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2" name="Google Shape;482;gcc7554a049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h654924b48566fb2f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8" name="Google Shape;488;h654924b48566fb2f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h654924b48566fb2f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h654924b48566fb2f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h654924b48566fb2f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h654924b48566fb2f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h654924b48566fb2f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h654924b48566fb2f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h654924b48566fb2f_1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h654924b48566fb2f_1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slidesgo.com/" TargetMode="External"/><Relationship Id="rId3" Type="http://schemas.openxmlformats.org/officeDocument/2006/relationships/hyperlink" Target="https://www.flaticon.com/" TargetMode="External"/><Relationship Id="rId4" Type="http://schemas.openxmlformats.org/officeDocument/2006/relationships/hyperlink" Target="https://www.freepik.com/" TargetMode="Externa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1039975" y="1324500"/>
            <a:ext cx="7064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1040000" y="3377100"/>
            <a:ext cx="7064100" cy="44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72550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3935375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867300" y="2366275"/>
            <a:ext cx="7409400" cy="8184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5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hasCustomPrompt="1" idx="2" type="title"/>
          </p:nvPr>
        </p:nvSpPr>
        <p:spPr>
          <a:xfrm>
            <a:off x="3746550" y="1339163"/>
            <a:ext cx="16509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291400" y="3305275"/>
            <a:ext cx="4561200" cy="3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9" name="Google Shape;19;p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" name="Google Shape;21;p3"/>
          <p:cNvCxnSpPr/>
          <p:nvPr/>
        </p:nvCxnSpPr>
        <p:spPr>
          <a:xfrm flipH="1">
            <a:off x="7948925" y="3979775"/>
            <a:ext cx="1378500" cy="1236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" name="Google Shape;22;p3"/>
          <p:cNvCxnSpPr/>
          <p:nvPr/>
        </p:nvCxnSpPr>
        <p:spPr>
          <a:xfrm flipH="1">
            <a:off x="-112875" y="-88700"/>
            <a:ext cx="1418700" cy="1064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/>
            </a:lvl9pPr>
          </a:lstStyle>
          <a:p/>
        </p:txBody>
      </p:sp>
      <p:cxnSp>
        <p:nvCxnSpPr>
          <p:cNvPr id="26" name="Google Shape;26;p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" name="Google Shape;27;p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" name="Google Shape;28;p4"/>
          <p:cNvCxnSpPr/>
          <p:nvPr/>
        </p:nvCxnSpPr>
        <p:spPr>
          <a:xfrm>
            <a:off x="6884900" y="-113600"/>
            <a:ext cx="2565600" cy="1306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13225" y="445025"/>
            <a:ext cx="5681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5038975" y="2551449"/>
            <a:ext cx="24861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5038975" y="2961200"/>
            <a:ext cx="2486100" cy="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1693175" y="2551449"/>
            <a:ext cx="2486100" cy="50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Font typeface="Vidaloka"/>
              <a:buNone/>
              <a:defRPr b="1" sz="24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4" type="subTitle"/>
          </p:nvPr>
        </p:nvSpPr>
        <p:spPr>
          <a:xfrm>
            <a:off x="1693175" y="2961200"/>
            <a:ext cx="2486100" cy="90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5" name="Google Shape;35;p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" name="Google Shape;36;p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" name="Google Shape;37;p5"/>
          <p:cNvCxnSpPr/>
          <p:nvPr/>
        </p:nvCxnSpPr>
        <p:spPr>
          <a:xfrm flipH="1">
            <a:off x="6935750" y="3931325"/>
            <a:ext cx="2549400" cy="13545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0" name="Google Shape;40;p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" name="Google Shape;41;p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7"/>
          <p:cNvSpPr txBox="1"/>
          <p:nvPr>
            <p:ph idx="1" type="subTitle"/>
          </p:nvPr>
        </p:nvSpPr>
        <p:spPr>
          <a:xfrm>
            <a:off x="2247500" y="1433050"/>
            <a:ext cx="1838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b="1"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idx="2" type="subTitle"/>
          </p:nvPr>
        </p:nvSpPr>
        <p:spPr>
          <a:xfrm>
            <a:off x="2247500" y="1790050"/>
            <a:ext cx="5160300" cy="275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50800" rtl="0">
              <a:lnSpc>
                <a:spcPct val="166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>
                <a:solidFill>
                  <a:srgbClr val="374957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type="title"/>
          </p:nvPr>
        </p:nvSpPr>
        <p:spPr>
          <a:xfrm>
            <a:off x="713225" y="445025"/>
            <a:ext cx="4297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46" name="Google Shape;46;p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" name="Google Shape;47;p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1122500" y="1073000"/>
            <a:ext cx="6899100" cy="28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50" name="Google Shape;50;p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" name="Google Shape;51;p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" name="Google Shape;52;p8"/>
          <p:cNvCxnSpPr/>
          <p:nvPr/>
        </p:nvCxnSpPr>
        <p:spPr>
          <a:xfrm flipH="1">
            <a:off x="7093250" y="3935075"/>
            <a:ext cx="2332800" cy="1347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" name="Google Shape;53;p8"/>
          <p:cNvCxnSpPr/>
          <p:nvPr/>
        </p:nvCxnSpPr>
        <p:spPr>
          <a:xfrm flipH="1">
            <a:off x="-420450" y="-121600"/>
            <a:ext cx="2332800" cy="1347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idx="1" type="subTitle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57" name="Google Shape;57;p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713225" y="441927"/>
            <a:ext cx="3557100" cy="9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3000">
                <a:latin typeface="Vidaloka"/>
                <a:ea typeface="Vidaloka"/>
                <a:cs typeface="Vidaloka"/>
                <a:sym typeface="Vidaloka"/>
              </a:defRPr>
            </a:lvl1pPr>
          </a:lstStyle>
          <a:p/>
        </p:txBody>
      </p:sp>
      <p:cxnSp>
        <p:nvCxnSpPr>
          <p:cNvPr id="62" name="Google Shape;62;p1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0"/>
          <p:cNvCxnSpPr/>
          <p:nvPr/>
        </p:nvCxnSpPr>
        <p:spPr>
          <a:xfrm flipH="1" rot="10800000">
            <a:off x="6144975" y="3103725"/>
            <a:ext cx="3118200" cy="22011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/>
          <p:nvPr>
            <p:ph hasCustomPrompt="1" type="title"/>
          </p:nvPr>
        </p:nvSpPr>
        <p:spPr>
          <a:xfrm>
            <a:off x="713225" y="1345363"/>
            <a:ext cx="7717500" cy="16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/>
          <p:nvPr>
            <p:ph idx="1" type="subTitle"/>
          </p:nvPr>
        </p:nvSpPr>
        <p:spPr>
          <a:xfrm>
            <a:off x="1514325" y="3188648"/>
            <a:ext cx="6120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68" name="Google Shape;68;p1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9" name="Google Shape;69;p1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/>
          <p:nvPr>
            <p:ph type="title"/>
          </p:nvPr>
        </p:nvSpPr>
        <p:spPr>
          <a:xfrm>
            <a:off x="713225" y="445025"/>
            <a:ext cx="358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" type="subTitle"/>
          </p:nvPr>
        </p:nvSpPr>
        <p:spPr>
          <a:xfrm>
            <a:off x="5001000" y="194292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76" name="Google Shape;76;p13"/>
          <p:cNvSpPr txBox="1"/>
          <p:nvPr>
            <p:ph idx="2" type="subTitle"/>
          </p:nvPr>
        </p:nvSpPr>
        <p:spPr>
          <a:xfrm>
            <a:off x="5001000" y="2255100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3" type="subTitle"/>
          </p:nvPr>
        </p:nvSpPr>
        <p:spPr>
          <a:xfrm>
            <a:off x="1655200" y="1942925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78" name="Google Shape;78;p13"/>
          <p:cNvSpPr txBox="1"/>
          <p:nvPr>
            <p:ph idx="4" type="subTitle"/>
          </p:nvPr>
        </p:nvSpPr>
        <p:spPr>
          <a:xfrm>
            <a:off x="1655200" y="2255100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5" type="subTitle"/>
          </p:nvPr>
        </p:nvSpPr>
        <p:spPr>
          <a:xfrm>
            <a:off x="5001000" y="37239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80" name="Google Shape;80;p13"/>
          <p:cNvSpPr txBox="1"/>
          <p:nvPr>
            <p:ph idx="6" type="subTitle"/>
          </p:nvPr>
        </p:nvSpPr>
        <p:spPr>
          <a:xfrm>
            <a:off x="5001000" y="4036125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7" type="subTitle"/>
          </p:nvPr>
        </p:nvSpPr>
        <p:spPr>
          <a:xfrm>
            <a:off x="1655200" y="3723950"/>
            <a:ext cx="2486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82" name="Google Shape;82;p13"/>
          <p:cNvSpPr txBox="1"/>
          <p:nvPr>
            <p:ph idx="8" type="subTitle"/>
          </p:nvPr>
        </p:nvSpPr>
        <p:spPr>
          <a:xfrm>
            <a:off x="1655250" y="4036125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hasCustomPrompt="1" idx="9" type="title"/>
          </p:nvPr>
        </p:nvSpPr>
        <p:spPr>
          <a:xfrm>
            <a:off x="2378650" y="130358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/>
          <p:nvPr>
            <p:ph hasCustomPrompt="1" idx="13" type="title"/>
          </p:nvPr>
        </p:nvSpPr>
        <p:spPr>
          <a:xfrm>
            <a:off x="5724450" y="130358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hasCustomPrompt="1" idx="14" type="title"/>
          </p:nvPr>
        </p:nvSpPr>
        <p:spPr>
          <a:xfrm>
            <a:off x="2378700" y="308273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/>
          <p:nvPr>
            <p:ph hasCustomPrompt="1" idx="15" type="title"/>
          </p:nvPr>
        </p:nvSpPr>
        <p:spPr>
          <a:xfrm>
            <a:off x="5724450" y="3082738"/>
            <a:ext cx="1039200" cy="66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 1">
  <p:cSld name="CUSTOM_1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7200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1" name="Google Shape;91;p14"/>
          <p:cNvSpPr txBox="1"/>
          <p:nvPr>
            <p:ph hasCustomPrompt="1" idx="2" type="title"/>
          </p:nvPr>
        </p:nvSpPr>
        <p:spPr>
          <a:xfrm>
            <a:off x="14826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/>
          <p:nvPr>
            <p:ph idx="1" type="subTitle"/>
          </p:nvPr>
        </p:nvSpPr>
        <p:spPr>
          <a:xfrm>
            <a:off x="720000" y="2081199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4"/>
          <p:cNvSpPr txBox="1"/>
          <p:nvPr>
            <p:ph idx="3" type="title"/>
          </p:nvPr>
        </p:nvSpPr>
        <p:spPr>
          <a:xfrm>
            <a:off x="34038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" name="Google Shape;94;p14"/>
          <p:cNvSpPr txBox="1"/>
          <p:nvPr>
            <p:ph hasCustomPrompt="1" idx="4" type="title"/>
          </p:nvPr>
        </p:nvSpPr>
        <p:spPr>
          <a:xfrm>
            <a:off x="41664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/>
          <p:nvPr>
            <p:ph idx="5" type="subTitle"/>
          </p:nvPr>
        </p:nvSpPr>
        <p:spPr>
          <a:xfrm>
            <a:off x="3403800" y="2081208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4"/>
          <p:cNvSpPr txBox="1"/>
          <p:nvPr>
            <p:ph idx="6" type="title"/>
          </p:nvPr>
        </p:nvSpPr>
        <p:spPr>
          <a:xfrm>
            <a:off x="6087600" y="1677218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7" name="Google Shape;97;p14"/>
          <p:cNvSpPr txBox="1"/>
          <p:nvPr>
            <p:ph hasCustomPrompt="1" idx="7" type="title"/>
          </p:nvPr>
        </p:nvSpPr>
        <p:spPr>
          <a:xfrm>
            <a:off x="6850200" y="1095325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/>
          <p:nvPr>
            <p:ph idx="8" type="subTitle"/>
          </p:nvPr>
        </p:nvSpPr>
        <p:spPr>
          <a:xfrm>
            <a:off x="6087600" y="2081208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4"/>
          <p:cNvSpPr txBox="1"/>
          <p:nvPr>
            <p:ph idx="9" type="title"/>
          </p:nvPr>
        </p:nvSpPr>
        <p:spPr>
          <a:xfrm>
            <a:off x="7200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0" name="Google Shape;100;p14"/>
          <p:cNvSpPr txBox="1"/>
          <p:nvPr>
            <p:ph hasCustomPrompt="1" idx="13" type="title"/>
          </p:nvPr>
        </p:nvSpPr>
        <p:spPr>
          <a:xfrm>
            <a:off x="14826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/>
          <p:nvPr>
            <p:ph idx="14" type="subTitle"/>
          </p:nvPr>
        </p:nvSpPr>
        <p:spPr>
          <a:xfrm>
            <a:off x="7200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4"/>
          <p:cNvSpPr txBox="1"/>
          <p:nvPr>
            <p:ph idx="15" type="title"/>
          </p:nvPr>
        </p:nvSpPr>
        <p:spPr>
          <a:xfrm>
            <a:off x="34038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3" name="Google Shape;103;p14"/>
          <p:cNvSpPr txBox="1"/>
          <p:nvPr>
            <p:ph hasCustomPrompt="1" idx="16" type="title"/>
          </p:nvPr>
        </p:nvSpPr>
        <p:spPr>
          <a:xfrm>
            <a:off x="41664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/>
          <p:nvPr>
            <p:ph idx="17" type="subTitle"/>
          </p:nvPr>
        </p:nvSpPr>
        <p:spPr>
          <a:xfrm>
            <a:off x="34038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4"/>
          <p:cNvSpPr txBox="1"/>
          <p:nvPr>
            <p:ph idx="18" type="title"/>
          </p:nvPr>
        </p:nvSpPr>
        <p:spPr>
          <a:xfrm>
            <a:off x="6087600" y="3313579"/>
            <a:ext cx="2336400" cy="4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14"/>
          <p:cNvSpPr txBox="1"/>
          <p:nvPr>
            <p:ph hasCustomPrompt="1" idx="19" type="title"/>
          </p:nvPr>
        </p:nvSpPr>
        <p:spPr>
          <a:xfrm>
            <a:off x="6850200" y="2714087"/>
            <a:ext cx="811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/>
          <p:nvPr>
            <p:ph idx="20" type="subTitle"/>
          </p:nvPr>
        </p:nvSpPr>
        <p:spPr>
          <a:xfrm>
            <a:off x="6087600" y="3705863"/>
            <a:ext cx="2336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21" type="title"/>
          </p:nvPr>
        </p:nvSpPr>
        <p:spPr>
          <a:xfrm>
            <a:off x="2332400" y="445025"/>
            <a:ext cx="4479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09" name="Google Shape;109;p1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2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/>
          <p:nvPr>
            <p:ph type="title"/>
          </p:nvPr>
        </p:nvSpPr>
        <p:spPr>
          <a:xfrm>
            <a:off x="2410500" y="2808253"/>
            <a:ext cx="43230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1" type="subTitle"/>
          </p:nvPr>
        </p:nvSpPr>
        <p:spPr>
          <a:xfrm>
            <a:off x="1842900" y="1661963"/>
            <a:ext cx="54582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16" name="Google Shape;116;p1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1">
  <p:cSld name="CUSTOM_12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699900" y="2821263"/>
            <a:ext cx="4323000" cy="49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/>
        </p:txBody>
      </p:sp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699900" y="1675902"/>
            <a:ext cx="5458200" cy="9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1" name="Google Shape;121;p1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2" name="Google Shape;122;p1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4" name="Google Shape;124;p16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13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idx="1" type="subTitle"/>
          </p:nvPr>
        </p:nvSpPr>
        <p:spPr>
          <a:xfrm>
            <a:off x="2648400" y="1682000"/>
            <a:ext cx="38472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27" name="Google Shape;127;p17"/>
          <p:cNvSpPr txBox="1"/>
          <p:nvPr>
            <p:ph type="title"/>
          </p:nvPr>
        </p:nvSpPr>
        <p:spPr>
          <a:xfrm>
            <a:off x="1732050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28" name="Google Shape;128;p1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SECTION_TITLE_AND_DESCRIPTION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8"/>
          <p:cNvSpPr txBox="1"/>
          <p:nvPr>
            <p:ph idx="1" type="subTitle"/>
          </p:nvPr>
        </p:nvSpPr>
        <p:spPr>
          <a:xfrm>
            <a:off x="895950" y="1682000"/>
            <a:ext cx="3847200" cy="237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p18"/>
          <p:cNvSpPr txBox="1"/>
          <p:nvPr>
            <p:ph type="title"/>
          </p:nvPr>
        </p:nvSpPr>
        <p:spPr>
          <a:xfrm>
            <a:off x="713225" y="445025"/>
            <a:ext cx="5679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35" name="Google Shape;135;p1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" name="Google Shape;136;p1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7" name="Google Shape;137;p18"/>
          <p:cNvCxnSpPr/>
          <p:nvPr/>
        </p:nvCxnSpPr>
        <p:spPr>
          <a:xfrm flipH="1">
            <a:off x="5925450" y="2797500"/>
            <a:ext cx="3378000" cy="24669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9"/>
          <p:cNvSpPr txBox="1"/>
          <p:nvPr>
            <p:ph type="title"/>
          </p:nvPr>
        </p:nvSpPr>
        <p:spPr>
          <a:xfrm>
            <a:off x="845550" y="1482825"/>
            <a:ext cx="7452900" cy="12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40" name="Google Shape;140;p19"/>
          <p:cNvSpPr txBox="1"/>
          <p:nvPr>
            <p:ph idx="1" type="subTitle"/>
          </p:nvPr>
        </p:nvSpPr>
        <p:spPr>
          <a:xfrm>
            <a:off x="2299500" y="2972150"/>
            <a:ext cx="45450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41" name="Google Shape;141;p1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2" name="Google Shape;142;p1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14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3742850" y="1549875"/>
            <a:ext cx="4545000" cy="129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rtl="0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/>
        </p:txBody>
      </p:sp>
      <p:sp>
        <p:nvSpPr>
          <p:cNvPr id="145" name="Google Shape;145;p20"/>
          <p:cNvSpPr txBox="1"/>
          <p:nvPr>
            <p:ph idx="1" type="subTitle"/>
          </p:nvPr>
        </p:nvSpPr>
        <p:spPr>
          <a:xfrm>
            <a:off x="3742850" y="3039213"/>
            <a:ext cx="4545000" cy="55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cxnSp>
        <p:nvCxnSpPr>
          <p:cNvPr id="146" name="Google Shape;146;p2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7" name="Google Shape;147;p2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8" name="Google Shape;148;p2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9" name="Google Shape;149;p2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" name="Google Shape;150;p2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1" name="Google Shape;151;p2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5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 txBox="1"/>
          <p:nvPr>
            <p:ph type="title"/>
          </p:nvPr>
        </p:nvSpPr>
        <p:spPr>
          <a:xfrm>
            <a:off x="427325" y="2511800"/>
            <a:ext cx="4965600" cy="11133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4" name="Google Shape;154;p21"/>
          <p:cNvSpPr txBox="1"/>
          <p:nvPr>
            <p:ph hasCustomPrompt="1" idx="2" type="title"/>
          </p:nvPr>
        </p:nvSpPr>
        <p:spPr>
          <a:xfrm>
            <a:off x="3741925" y="1484693"/>
            <a:ext cx="1650900" cy="97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155" name="Google Shape;155;p21"/>
          <p:cNvSpPr txBox="1"/>
          <p:nvPr>
            <p:ph idx="1" type="subTitle"/>
          </p:nvPr>
        </p:nvSpPr>
        <p:spPr>
          <a:xfrm>
            <a:off x="831625" y="3625000"/>
            <a:ext cx="4561200" cy="3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56" name="Google Shape;156;p21"/>
          <p:cNvCxnSpPr/>
          <p:nvPr/>
        </p:nvCxnSpPr>
        <p:spPr>
          <a:xfrm rot="10800000">
            <a:off x="-30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7" name="Google Shape;157;p21"/>
          <p:cNvCxnSpPr/>
          <p:nvPr/>
        </p:nvCxnSpPr>
        <p:spPr>
          <a:xfrm rot="10800000">
            <a:off x="-30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1"/>
          <p:cNvCxnSpPr/>
          <p:nvPr/>
        </p:nvCxnSpPr>
        <p:spPr>
          <a:xfrm>
            <a:off x="-112875" y="3979775"/>
            <a:ext cx="1378500" cy="1236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21"/>
          <p:cNvCxnSpPr/>
          <p:nvPr/>
        </p:nvCxnSpPr>
        <p:spPr>
          <a:xfrm>
            <a:off x="7908725" y="-88700"/>
            <a:ext cx="1418700" cy="1064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62" name="Google Shape;162;p2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3" name="Google Shape;163;p2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4" name="Google Shape;164;p22"/>
          <p:cNvCxnSpPr/>
          <p:nvPr/>
        </p:nvCxnSpPr>
        <p:spPr>
          <a:xfrm>
            <a:off x="7207350" y="-153175"/>
            <a:ext cx="2120400" cy="12738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6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6" name="Google Shape;166;p2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7" name="Google Shape;167;p2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8" name="Google Shape;168;p2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9" name="Google Shape;169;p2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0" name="Google Shape;170;p2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" name="Google Shape;171;p23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2" name="Google Shape;172;p23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7"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4"/>
          <p:cNvSpPr txBox="1"/>
          <p:nvPr>
            <p:ph type="title"/>
          </p:nvPr>
        </p:nvSpPr>
        <p:spPr>
          <a:xfrm>
            <a:off x="1877475" y="445025"/>
            <a:ext cx="5389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75" name="Google Shape;175;p24"/>
          <p:cNvSpPr txBox="1"/>
          <p:nvPr>
            <p:ph idx="1" type="subTitle"/>
          </p:nvPr>
        </p:nvSpPr>
        <p:spPr>
          <a:xfrm>
            <a:off x="3226708" y="14053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76" name="Google Shape;176;p24"/>
          <p:cNvSpPr txBox="1"/>
          <p:nvPr>
            <p:ph idx="2" type="subTitle"/>
          </p:nvPr>
        </p:nvSpPr>
        <p:spPr>
          <a:xfrm>
            <a:off x="3226708" y="18064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4"/>
          <p:cNvSpPr txBox="1"/>
          <p:nvPr>
            <p:ph idx="3" type="subTitle"/>
          </p:nvPr>
        </p:nvSpPr>
        <p:spPr>
          <a:xfrm>
            <a:off x="719108" y="14053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78" name="Google Shape;178;p24"/>
          <p:cNvSpPr txBox="1"/>
          <p:nvPr>
            <p:ph idx="4" type="subTitle"/>
          </p:nvPr>
        </p:nvSpPr>
        <p:spPr>
          <a:xfrm>
            <a:off x="719108" y="18064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4"/>
          <p:cNvSpPr txBox="1"/>
          <p:nvPr>
            <p:ph idx="5" type="subTitle"/>
          </p:nvPr>
        </p:nvSpPr>
        <p:spPr>
          <a:xfrm>
            <a:off x="3226708" y="3171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80" name="Google Shape;180;p24"/>
          <p:cNvSpPr txBox="1"/>
          <p:nvPr>
            <p:ph idx="6" type="subTitle"/>
          </p:nvPr>
        </p:nvSpPr>
        <p:spPr>
          <a:xfrm>
            <a:off x="3226708" y="3565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24"/>
          <p:cNvSpPr txBox="1"/>
          <p:nvPr>
            <p:ph idx="7" type="subTitle"/>
          </p:nvPr>
        </p:nvSpPr>
        <p:spPr>
          <a:xfrm>
            <a:off x="719108" y="3171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182" name="Google Shape;182;p24"/>
          <p:cNvSpPr txBox="1"/>
          <p:nvPr>
            <p:ph idx="8" type="subTitle"/>
          </p:nvPr>
        </p:nvSpPr>
        <p:spPr>
          <a:xfrm>
            <a:off x="719158" y="3565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83" name="Google Shape;183;p2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8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6" name="Google Shape;186;p2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" name="Google Shape;188;p25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" name="Google Shape;189;p25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" name="Google Shape;190;p25"/>
          <p:cNvSpPr txBox="1"/>
          <p:nvPr>
            <p:ph idx="1" type="body"/>
          </p:nvPr>
        </p:nvSpPr>
        <p:spPr>
          <a:xfrm>
            <a:off x="5547900" y="3007750"/>
            <a:ext cx="2883000" cy="15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000">
                <a:latin typeface="Vidaloka"/>
                <a:ea typeface="Vidaloka"/>
                <a:cs typeface="Vidaloka"/>
                <a:sym typeface="Vidaloka"/>
              </a:defRPr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000">
                <a:latin typeface="Vidaloka"/>
                <a:ea typeface="Vidaloka"/>
                <a:cs typeface="Vidaloka"/>
                <a:sym typeface="Vidaloka"/>
              </a:defRPr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000"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CUSTOM_19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6"/>
          <p:cNvSpPr txBox="1"/>
          <p:nvPr>
            <p:ph hasCustomPrompt="1" type="title"/>
          </p:nvPr>
        </p:nvSpPr>
        <p:spPr>
          <a:xfrm>
            <a:off x="713225" y="1345375"/>
            <a:ext cx="6120300" cy="164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93" name="Google Shape;193;p26"/>
          <p:cNvSpPr txBox="1"/>
          <p:nvPr>
            <p:ph idx="1" type="subTitle"/>
          </p:nvPr>
        </p:nvSpPr>
        <p:spPr>
          <a:xfrm>
            <a:off x="713225" y="3188648"/>
            <a:ext cx="6120300" cy="3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94" name="Google Shape;194;p2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" name="Google Shape;195;p2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" name="Google Shape;196;p26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" name="Google Shape;197;p26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2">
  <p:cSld name="SECTION_HEADER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type="title"/>
          </p:nvPr>
        </p:nvSpPr>
        <p:spPr>
          <a:xfrm>
            <a:off x="4346500" y="2467375"/>
            <a:ext cx="4083600" cy="12000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0" name="Google Shape;200;p27"/>
          <p:cNvSpPr txBox="1"/>
          <p:nvPr>
            <p:ph hasCustomPrompt="1" idx="2" type="title"/>
          </p:nvPr>
        </p:nvSpPr>
        <p:spPr>
          <a:xfrm>
            <a:off x="4956100" y="1021325"/>
            <a:ext cx="16509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201" name="Google Shape;201;p27"/>
          <p:cNvSpPr txBox="1"/>
          <p:nvPr>
            <p:ph idx="1" type="subTitle"/>
          </p:nvPr>
        </p:nvSpPr>
        <p:spPr>
          <a:xfrm>
            <a:off x="4346500" y="3649675"/>
            <a:ext cx="4083600" cy="62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2" name="Google Shape;202;p2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2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7"/>
          <p:cNvCxnSpPr/>
          <p:nvPr/>
        </p:nvCxnSpPr>
        <p:spPr>
          <a:xfrm>
            <a:off x="-209600" y="2402450"/>
            <a:ext cx="3144300" cy="27897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CUSTOM_20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8"/>
          <p:cNvSpPr txBox="1"/>
          <p:nvPr>
            <p:ph type="title"/>
          </p:nvPr>
        </p:nvSpPr>
        <p:spPr>
          <a:xfrm>
            <a:off x="4373850" y="944250"/>
            <a:ext cx="4009500" cy="648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7" name="Google Shape;207;p28"/>
          <p:cNvSpPr txBox="1"/>
          <p:nvPr>
            <p:ph hasCustomPrompt="1" idx="2" type="title"/>
          </p:nvPr>
        </p:nvSpPr>
        <p:spPr>
          <a:xfrm>
            <a:off x="2294850" y="1096650"/>
            <a:ext cx="1650900" cy="9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7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b="1" sz="6000"/>
            </a:lvl9pPr>
          </a:lstStyle>
          <a:p>
            <a:r>
              <a:t>xx%</a:t>
            </a:r>
          </a:p>
        </p:txBody>
      </p:sp>
      <p:sp>
        <p:nvSpPr>
          <p:cNvPr id="208" name="Google Shape;208;p28"/>
          <p:cNvSpPr txBox="1"/>
          <p:nvPr>
            <p:ph idx="1" type="subTitle"/>
          </p:nvPr>
        </p:nvSpPr>
        <p:spPr>
          <a:xfrm>
            <a:off x="4373850" y="1593150"/>
            <a:ext cx="2475300" cy="624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9" name="Google Shape;209;p2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2" name="Google Shape;212;p2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3" name="Google Shape;213;p28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4" name="Google Shape;214;p28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3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9"/>
          <p:cNvSpPr txBox="1"/>
          <p:nvPr>
            <p:ph type="title"/>
          </p:nvPr>
        </p:nvSpPr>
        <p:spPr>
          <a:xfrm>
            <a:off x="1043725" y="922567"/>
            <a:ext cx="3123000" cy="22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7" name="Google Shape;217;p29"/>
          <p:cNvSpPr txBox="1"/>
          <p:nvPr>
            <p:ph idx="1" type="subTitle"/>
          </p:nvPr>
        </p:nvSpPr>
        <p:spPr>
          <a:xfrm>
            <a:off x="1043725" y="3360938"/>
            <a:ext cx="3013500" cy="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18" name="Google Shape;218;p2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" name="Google Shape;219;p2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" name="Google Shape;220;p29"/>
          <p:cNvCxnSpPr/>
          <p:nvPr/>
        </p:nvCxnSpPr>
        <p:spPr>
          <a:xfrm>
            <a:off x="5322650" y="-80625"/>
            <a:ext cx="4005000" cy="20073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1"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0"/>
          <p:cNvSpPr txBox="1"/>
          <p:nvPr>
            <p:ph type="title"/>
          </p:nvPr>
        </p:nvSpPr>
        <p:spPr>
          <a:xfrm>
            <a:off x="5310925" y="962565"/>
            <a:ext cx="3123000" cy="225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 sz="35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3" name="Google Shape;223;p30"/>
          <p:cNvSpPr txBox="1"/>
          <p:nvPr>
            <p:ph idx="1" type="subTitle"/>
          </p:nvPr>
        </p:nvSpPr>
        <p:spPr>
          <a:xfrm>
            <a:off x="5310925" y="3400935"/>
            <a:ext cx="3013500" cy="78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24" name="Google Shape;224;p3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5" name="Google Shape;225;p3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6" name="Google Shape;226;p30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30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30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30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1"/>
          <p:cNvSpPr txBox="1"/>
          <p:nvPr>
            <p:ph idx="1" type="subTitle"/>
          </p:nvPr>
        </p:nvSpPr>
        <p:spPr>
          <a:xfrm>
            <a:off x="3509000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2" name="Google Shape;232;p31"/>
          <p:cNvSpPr txBox="1"/>
          <p:nvPr>
            <p:ph idx="2" type="subTitle"/>
          </p:nvPr>
        </p:nvSpPr>
        <p:spPr>
          <a:xfrm>
            <a:off x="350902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3" name="Google Shape;233;p31"/>
          <p:cNvSpPr txBox="1"/>
          <p:nvPr>
            <p:ph idx="3" type="subTitle"/>
          </p:nvPr>
        </p:nvSpPr>
        <p:spPr>
          <a:xfrm>
            <a:off x="953025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4" name="Google Shape;234;p31"/>
          <p:cNvSpPr txBox="1"/>
          <p:nvPr>
            <p:ph idx="4" type="subTitle"/>
          </p:nvPr>
        </p:nvSpPr>
        <p:spPr>
          <a:xfrm>
            <a:off x="95312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5" name="Google Shape;235;p31"/>
          <p:cNvSpPr txBox="1"/>
          <p:nvPr>
            <p:ph idx="5" type="subTitle"/>
          </p:nvPr>
        </p:nvSpPr>
        <p:spPr>
          <a:xfrm>
            <a:off x="6064875" y="25320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36" name="Google Shape;236;p31"/>
          <p:cNvSpPr txBox="1"/>
          <p:nvPr>
            <p:ph idx="6" type="subTitle"/>
          </p:nvPr>
        </p:nvSpPr>
        <p:spPr>
          <a:xfrm>
            <a:off x="6064875" y="2948247"/>
            <a:ext cx="2126100" cy="81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31"/>
          <p:cNvSpPr txBox="1"/>
          <p:nvPr>
            <p:ph type="title"/>
          </p:nvPr>
        </p:nvSpPr>
        <p:spPr>
          <a:xfrm>
            <a:off x="713225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38" name="Google Shape;238;p3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3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22"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>
            <p:ph idx="1" type="subTitle"/>
          </p:nvPr>
        </p:nvSpPr>
        <p:spPr>
          <a:xfrm>
            <a:off x="3509000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2" name="Google Shape;242;p32"/>
          <p:cNvSpPr txBox="1"/>
          <p:nvPr>
            <p:ph idx="2" type="subTitle"/>
          </p:nvPr>
        </p:nvSpPr>
        <p:spPr>
          <a:xfrm>
            <a:off x="350902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3" name="Google Shape;243;p32"/>
          <p:cNvSpPr txBox="1"/>
          <p:nvPr>
            <p:ph idx="3" type="subTitle"/>
          </p:nvPr>
        </p:nvSpPr>
        <p:spPr>
          <a:xfrm>
            <a:off x="953025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4" name="Google Shape;244;p32"/>
          <p:cNvSpPr txBox="1"/>
          <p:nvPr>
            <p:ph idx="4" type="subTitle"/>
          </p:nvPr>
        </p:nvSpPr>
        <p:spPr>
          <a:xfrm>
            <a:off x="95312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5" name="Google Shape;245;p32"/>
          <p:cNvSpPr txBox="1"/>
          <p:nvPr>
            <p:ph idx="5" type="subTitle"/>
          </p:nvPr>
        </p:nvSpPr>
        <p:spPr>
          <a:xfrm>
            <a:off x="6064875" y="16938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6" name="Google Shape;246;p32"/>
          <p:cNvSpPr txBox="1"/>
          <p:nvPr>
            <p:ph idx="6" type="subTitle"/>
          </p:nvPr>
        </p:nvSpPr>
        <p:spPr>
          <a:xfrm>
            <a:off x="6064875" y="21100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32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248" name="Google Shape;248;p32"/>
          <p:cNvSpPr txBox="1"/>
          <p:nvPr>
            <p:ph idx="7" type="subTitle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49" name="Google Shape;249;p32"/>
          <p:cNvSpPr txBox="1"/>
          <p:nvPr>
            <p:ph idx="8" type="subTitle"/>
          </p:nvPr>
        </p:nvSpPr>
        <p:spPr>
          <a:xfrm>
            <a:off x="350902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2"/>
          <p:cNvSpPr txBox="1"/>
          <p:nvPr>
            <p:ph idx="9" type="subTitle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1" name="Google Shape;251;p32"/>
          <p:cNvSpPr txBox="1"/>
          <p:nvPr>
            <p:ph idx="13" type="subTitle"/>
          </p:nvPr>
        </p:nvSpPr>
        <p:spPr>
          <a:xfrm>
            <a:off x="95312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2"/>
          <p:cNvSpPr txBox="1"/>
          <p:nvPr>
            <p:ph idx="14" type="subTitle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53" name="Google Shape;253;p32"/>
          <p:cNvSpPr txBox="1"/>
          <p:nvPr>
            <p:ph idx="15" type="subTitle"/>
          </p:nvPr>
        </p:nvSpPr>
        <p:spPr>
          <a:xfrm>
            <a:off x="6064875" y="3814949"/>
            <a:ext cx="2126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54" name="Google Shape;254;p3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3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6" name="Google Shape;256;p32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7" name="Google Shape;257;p32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1">
  <p:cSld name="CUSTOM_32"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/>
          <p:nvPr>
            <p:ph idx="1" type="subTitle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0" name="Google Shape;260;p33"/>
          <p:cNvSpPr txBox="1"/>
          <p:nvPr>
            <p:ph idx="2" type="subTitle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33"/>
          <p:cNvSpPr txBox="1"/>
          <p:nvPr>
            <p:ph idx="3" type="subTitle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2" name="Google Shape;262;p33"/>
          <p:cNvSpPr txBox="1"/>
          <p:nvPr>
            <p:ph idx="4" type="subTitle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idx="5" type="subTitle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4" name="Google Shape;264;p33"/>
          <p:cNvSpPr txBox="1"/>
          <p:nvPr>
            <p:ph idx="6" type="subTitle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5" name="Google Shape;265;p33"/>
          <p:cNvSpPr txBox="1"/>
          <p:nvPr>
            <p:ph idx="7" type="subTitle"/>
          </p:nvPr>
        </p:nvSpPr>
        <p:spPr>
          <a:xfrm>
            <a:off x="3414050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6" name="Google Shape;266;p33"/>
          <p:cNvSpPr txBox="1"/>
          <p:nvPr>
            <p:ph idx="8" type="subTitle"/>
          </p:nvPr>
        </p:nvSpPr>
        <p:spPr>
          <a:xfrm>
            <a:off x="3564200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33"/>
          <p:cNvSpPr txBox="1"/>
          <p:nvPr>
            <p:ph idx="9" type="subTitle"/>
          </p:nvPr>
        </p:nvSpPr>
        <p:spPr>
          <a:xfrm>
            <a:off x="705725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68" name="Google Shape;268;p33"/>
          <p:cNvSpPr txBox="1"/>
          <p:nvPr>
            <p:ph idx="13" type="subTitle"/>
          </p:nvPr>
        </p:nvSpPr>
        <p:spPr>
          <a:xfrm>
            <a:off x="855875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9" name="Google Shape;269;p33"/>
          <p:cNvSpPr txBox="1"/>
          <p:nvPr>
            <p:ph idx="14" type="subTitle"/>
          </p:nvPr>
        </p:nvSpPr>
        <p:spPr>
          <a:xfrm>
            <a:off x="6122325" y="34533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15" type="subTitle"/>
          </p:nvPr>
        </p:nvSpPr>
        <p:spPr>
          <a:xfrm>
            <a:off x="6272475" y="38695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1" name="Google Shape;271;p33"/>
          <p:cNvSpPr txBox="1"/>
          <p:nvPr>
            <p:ph type="title"/>
          </p:nvPr>
        </p:nvSpPr>
        <p:spPr>
          <a:xfrm>
            <a:off x="713225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72" name="Google Shape;272;p3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73" name="Google Shape;273;p3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33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>
            <p:ph idx="1" type="subTitle"/>
          </p:nvPr>
        </p:nvSpPr>
        <p:spPr>
          <a:xfrm>
            <a:off x="3414050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6" name="Google Shape;276;p34"/>
          <p:cNvSpPr txBox="1"/>
          <p:nvPr>
            <p:ph idx="2" type="subTitle"/>
          </p:nvPr>
        </p:nvSpPr>
        <p:spPr>
          <a:xfrm>
            <a:off x="3564200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7" name="Google Shape;277;p34"/>
          <p:cNvSpPr txBox="1"/>
          <p:nvPr>
            <p:ph idx="3" type="subTitle"/>
          </p:nvPr>
        </p:nvSpPr>
        <p:spPr>
          <a:xfrm>
            <a:off x="7057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78" name="Google Shape;278;p34"/>
          <p:cNvSpPr txBox="1"/>
          <p:nvPr>
            <p:ph idx="4" type="subTitle"/>
          </p:nvPr>
        </p:nvSpPr>
        <p:spPr>
          <a:xfrm>
            <a:off x="8558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9" name="Google Shape;279;p34"/>
          <p:cNvSpPr txBox="1"/>
          <p:nvPr>
            <p:ph idx="5" type="subTitle"/>
          </p:nvPr>
        </p:nvSpPr>
        <p:spPr>
          <a:xfrm>
            <a:off x="6122325" y="1714429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80" name="Google Shape;280;p34"/>
          <p:cNvSpPr txBox="1"/>
          <p:nvPr>
            <p:ph idx="6" type="subTitle"/>
          </p:nvPr>
        </p:nvSpPr>
        <p:spPr>
          <a:xfrm>
            <a:off x="6272475" y="2124122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1" name="Google Shape;281;p34"/>
          <p:cNvSpPr txBox="1"/>
          <p:nvPr>
            <p:ph idx="7" type="subTitle"/>
          </p:nvPr>
        </p:nvSpPr>
        <p:spPr>
          <a:xfrm>
            <a:off x="2059863" y="31485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82" name="Google Shape;282;p34"/>
          <p:cNvSpPr txBox="1"/>
          <p:nvPr>
            <p:ph idx="8" type="subTitle"/>
          </p:nvPr>
        </p:nvSpPr>
        <p:spPr>
          <a:xfrm>
            <a:off x="2210013" y="35647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3" name="Google Shape;283;p34"/>
          <p:cNvSpPr txBox="1"/>
          <p:nvPr>
            <p:ph idx="9" type="subTitle"/>
          </p:nvPr>
        </p:nvSpPr>
        <p:spPr>
          <a:xfrm>
            <a:off x="4768138" y="3148526"/>
            <a:ext cx="23160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Vidaloka"/>
              <a:buNone/>
              <a:defRPr sz="2400">
                <a:solidFill>
                  <a:schemeClr val="accent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284" name="Google Shape;284;p34"/>
          <p:cNvSpPr txBox="1"/>
          <p:nvPr>
            <p:ph idx="13" type="subTitle"/>
          </p:nvPr>
        </p:nvSpPr>
        <p:spPr>
          <a:xfrm>
            <a:off x="4918288" y="3564736"/>
            <a:ext cx="2015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5" name="Google Shape;285;p34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286" name="Google Shape;286;p3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7" name="Google Shape;287;p3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8" name="Google Shape;288;p3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3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34"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5"/>
          <p:cNvSpPr txBox="1"/>
          <p:nvPr>
            <p:ph type="title"/>
          </p:nvPr>
        </p:nvSpPr>
        <p:spPr>
          <a:xfrm>
            <a:off x="716225" y="1073000"/>
            <a:ext cx="5640600" cy="28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cxnSp>
        <p:nvCxnSpPr>
          <p:cNvPr id="292" name="Google Shape;292;p3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3" name="Google Shape;293;p3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4" name="Google Shape;294;p35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5" name="Google Shape;295;p35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6" name="Google Shape;296;p35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35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35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6"/>
          <p:cNvSpPr txBox="1"/>
          <p:nvPr>
            <p:ph idx="1" type="subTitle"/>
          </p:nvPr>
        </p:nvSpPr>
        <p:spPr>
          <a:xfrm>
            <a:off x="4916850" y="1894200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0" name="Google Shape;300;p36"/>
          <p:cNvSpPr txBox="1"/>
          <p:nvPr>
            <p:ph idx="2" type="subTitle"/>
          </p:nvPr>
        </p:nvSpPr>
        <p:spPr>
          <a:xfrm>
            <a:off x="5058900" y="229647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1" name="Google Shape;301;p36"/>
          <p:cNvSpPr txBox="1"/>
          <p:nvPr>
            <p:ph idx="3" type="subTitle"/>
          </p:nvPr>
        </p:nvSpPr>
        <p:spPr>
          <a:xfrm>
            <a:off x="1911150" y="1894200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2" name="Google Shape;302;p36"/>
          <p:cNvSpPr txBox="1"/>
          <p:nvPr>
            <p:ph idx="4" type="subTitle"/>
          </p:nvPr>
        </p:nvSpPr>
        <p:spPr>
          <a:xfrm>
            <a:off x="2053300" y="229647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3" name="Google Shape;303;p36"/>
          <p:cNvSpPr txBox="1"/>
          <p:nvPr>
            <p:ph idx="5" type="subTitle"/>
          </p:nvPr>
        </p:nvSpPr>
        <p:spPr>
          <a:xfrm>
            <a:off x="4916850" y="3528902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4" name="Google Shape;304;p36"/>
          <p:cNvSpPr txBox="1"/>
          <p:nvPr>
            <p:ph idx="6" type="subTitle"/>
          </p:nvPr>
        </p:nvSpPr>
        <p:spPr>
          <a:xfrm>
            <a:off x="5058900" y="392373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5" name="Google Shape;305;p36"/>
          <p:cNvSpPr txBox="1"/>
          <p:nvPr>
            <p:ph idx="7" type="subTitle"/>
          </p:nvPr>
        </p:nvSpPr>
        <p:spPr>
          <a:xfrm>
            <a:off x="1911150" y="3528902"/>
            <a:ext cx="2316000" cy="48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06" name="Google Shape;306;p36"/>
          <p:cNvSpPr txBox="1"/>
          <p:nvPr>
            <p:ph idx="8" type="subTitle"/>
          </p:nvPr>
        </p:nvSpPr>
        <p:spPr>
          <a:xfrm>
            <a:off x="2053200" y="3923733"/>
            <a:ext cx="2031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7" name="Google Shape;307;p36"/>
          <p:cNvSpPr txBox="1"/>
          <p:nvPr>
            <p:ph type="title"/>
          </p:nvPr>
        </p:nvSpPr>
        <p:spPr>
          <a:xfrm>
            <a:off x="713225" y="445025"/>
            <a:ext cx="6480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08" name="Google Shape;308;p3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9" name="Google Shape;309;p3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36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37"/>
          <p:cNvSpPr txBox="1"/>
          <p:nvPr>
            <p:ph idx="1" type="subTitle"/>
          </p:nvPr>
        </p:nvSpPr>
        <p:spPr>
          <a:xfrm>
            <a:off x="3571925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2" name="Google Shape;312;p37"/>
          <p:cNvSpPr txBox="1"/>
          <p:nvPr>
            <p:ph idx="2" type="subTitle"/>
          </p:nvPr>
        </p:nvSpPr>
        <p:spPr>
          <a:xfrm>
            <a:off x="3571925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3" name="Google Shape;313;p37"/>
          <p:cNvSpPr txBox="1"/>
          <p:nvPr>
            <p:ph idx="3" type="subTitle"/>
          </p:nvPr>
        </p:nvSpPr>
        <p:spPr>
          <a:xfrm>
            <a:off x="1088400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4" name="Google Shape;314;p37"/>
          <p:cNvSpPr txBox="1"/>
          <p:nvPr>
            <p:ph idx="4" type="subTitle"/>
          </p:nvPr>
        </p:nvSpPr>
        <p:spPr>
          <a:xfrm>
            <a:off x="1088400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5" name="Google Shape;315;p37"/>
          <p:cNvSpPr txBox="1"/>
          <p:nvPr>
            <p:ph idx="5" type="subTitle"/>
          </p:nvPr>
        </p:nvSpPr>
        <p:spPr>
          <a:xfrm>
            <a:off x="6055450" y="2904446"/>
            <a:ext cx="2015400" cy="49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16" name="Google Shape;316;p37"/>
          <p:cNvSpPr txBox="1"/>
          <p:nvPr>
            <p:ph idx="6" type="subTitle"/>
          </p:nvPr>
        </p:nvSpPr>
        <p:spPr>
          <a:xfrm>
            <a:off x="6055450" y="3306722"/>
            <a:ext cx="201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7" name="Google Shape;317;p37"/>
          <p:cNvSpPr txBox="1"/>
          <p:nvPr>
            <p:ph type="title"/>
          </p:nvPr>
        </p:nvSpPr>
        <p:spPr>
          <a:xfrm>
            <a:off x="713225" y="445025"/>
            <a:ext cx="5517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18" name="Google Shape;318;p3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9" name="Google Shape;319;p3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0" name="Google Shape;320;p37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23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2" name="Google Shape;322;p3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3" name="Google Shape;323;p3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4" name="Google Shape;324;p38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5" name="Google Shape;325;p38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6" name="Google Shape;326;p38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8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8"/>
          <p:cNvSpPr txBox="1"/>
          <p:nvPr>
            <p:ph type="title"/>
          </p:nvPr>
        </p:nvSpPr>
        <p:spPr>
          <a:xfrm>
            <a:off x="2780100" y="445025"/>
            <a:ext cx="3583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9" name="Google Shape;329;p38"/>
          <p:cNvSpPr txBox="1"/>
          <p:nvPr>
            <p:ph idx="1" type="subTitle"/>
          </p:nvPr>
        </p:nvSpPr>
        <p:spPr>
          <a:xfrm>
            <a:off x="5306650" y="17101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30" name="Google Shape;330;p38"/>
          <p:cNvSpPr txBox="1"/>
          <p:nvPr>
            <p:ph idx="2" type="subTitle"/>
          </p:nvPr>
        </p:nvSpPr>
        <p:spPr>
          <a:xfrm>
            <a:off x="5306650" y="21112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38"/>
          <p:cNvSpPr txBox="1"/>
          <p:nvPr>
            <p:ph idx="3" type="subTitle"/>
          </p:nvPr>
        </p:nvSpPr>
        <p:spPr>
          <a:xfrm>
            <a:off x="1351250" y="1710190"/>
            <a:ext cx="2486100" cy="40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32" name="Google Shape;332;p38"/>
          <p:cNvSpPr txBox="1"/>
          <p:nvPr>
            <p:ph idx="4" type="subTitle"/>
          </p:nvPr>
        </p:nvSpPr>
        <p:spPr>
          <a:xfrm>
            <a:off x="1351250" y="211121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3" name="Google Shape;333;p38"/>
          <p:cNvSpPr txBox="1"/>
          <p:nvPr>
            <p:ph idx="5" type="subTitle"/>
          </p:nvPr>
        </p:nvSpPr>
        <p:spPr>
          <a:xfrm>
            <a:off x="5306650" y="3552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34" name="Google Shape;334;p38"/>
          <p:cNvSpPr txBox="1"/>
          <p:nvPr>
            <p:ph idx="6" type="subTitle"/>
          </p:nvPr>
        </p:nvSpPr>
        <p:spPr>
          <a:xfrm>
            <a:off x="5306650" y="3946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5" name="Google Shape;335;p38"/>
          <p:cNvSpPr txBox="1"/>
          <p:nvPr>
            <p:ph idx="7" type="subTitle"/>
          </p:nvPr>
        </p:nvSpPr>
        <p:spPr>
          <a:xfrm>
            <a:off x="1351250" y="3552118"/>
            <a:ext cx="24861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b="1" sz="2100"/>
            </a:lvl9pPr>
          </a:lstStyle>
          <a:p/>
        </p:txBody>
      </p:sp>
      <p:sp>
        <p:nvSpPr>
          <p:cNvPr id="336" name="Google Shape;336;p38"/>
          <p:cNvSpPr txBox="1"/>
          <p:nvPr>
            <p:ph idx="8" type="subTitle"/>
          </p:nvPr>
        </p:nvSpPr>
        <p:spPr>
          <a:xfrm>
            <a:off x="1351300" y="3946487"/>
            <a:ext cx="2486100" cy="6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7" name="Google Shape;337;p38"/>
          <p:cNvSpPr txBox="1"/>
          <p:nvPr>
            <p:ph hasCustomPrompt="1" idx="9" type="title"/>
          </p:nvPr>
        </p:nvSpPr>
        <p:spPr>
          <a:xfrm>
            <a:off x="1351250" y="1131425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8" name="Google Shape;338;p38"/>
          <p:cNvSpPr txBox="1"/>
          <p:nvPr>
            <p:ph hasCustomPrompt="1" idx="13" type="title"/>
          </p:nvPr>
        </p:nvSpPr>
        <p:spPr>
          <a:xfrm>
            <a:off x="5306650" y="1131425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39" name="Google Shape;339;p38"/>
          <p:cNvSpPr txBox="1"/>
          <p:nvPr>
            <p:ph hasCustomPrompt="1" idx="14" type="title"/>
          </p:nvPr>
        </p:nvSpPr>
        <p:spPr>
          <a:xfrm>
            <a:off x="1351300" y="2964563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40" name="Google Shape;340;p38"/>
          <p:cNvSpPr txBox="1"/>
          <p:nvPr>
            <p:ph hasCustomPrompt="1" idx="15" type="title"/>
          </p:nvPr>
        </p:nvSpPr>
        <p:spPr>
          <a:xfrm>
            <a:off x="5306650" y="2964563"/>
            <a:ext cx="2486100" cy="66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2">
  <p:cSld name="CUSTOM_4_2_1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9"/>
          <p:cNvSpPr txBox="1"/>
          <p:nvPr>
            <p:ph idx="1" type="subTitle"/>
          </p:nvPr>
        </p:nvSpPr>
        <p:spPr>
          <a:xfrm>
            <a:off x="3718325" y="3294199"/>
            <a:ext cx="16428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3" name="Google Shape;343;p39"/>
          <p:cNvSpPr txBox="1"/>
          <p:nvPr>
            <p:ph idx="2" type="subTitle"/>
          </p:nvPr>
        </p:nvSpPr>
        <p:spPr>
          <a:xfrm>
            <a:off x="3617675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4" name="Google Shape;344;p39"/>
          <p:cNvSpPr txBox="1"/>
          <p:nvPr>
            <p:ph idx="3" type="subTitle"/>
          </p:nvPr>
        </p:nvSpPr>
        <p:spPr>
          <a:xfrm>
            <a:off x="1328025" y="3294199"/>
            <a:ext cx="16428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5" name="Google Shape;345;p39"/>
          <p:cNvSpPr txBox="1"/>
          <p:nvPr>
            <p:ph idx="4" type="subTitle"/>
          </p:nvPr>
        </p:nvSpPr>
        <p:spPr>
          <a:xfrm>
            <a:off x="1227426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6" name="Google Shape;346;p39"/>
          <p:cNvSpPr txBox="1"/>
          <p:nvPr>
            <p:ph idx="5" type="subTitle"/>
          </p:nvPr>
        </p:nvSpPr>
        <p:spPr>
          <a:xfrm>
            <a:off x="6108550" y="3294199"/>
            <a:ext cx="1643100" cy="43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47" name="Google Shape;347;p39"/>
          <p:cNvSpPr txBox="1"/>
          <p:nvPr>
            <p:ph idx="6" type="subTitle"/>
          </p:nvPr>
        </p:nvSpPr>
        <p:spPr>
          <a:xfrm>
            <a:off x="6008050" y="3703897"/>
            <a:ext cx="1844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400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348" name="Google Shape;348;p39"/>
          <p:cNvSpPr txBox="1"/>
          <p:nvPr>
            <p:ph type="title"/>
          </p:nvPr>
        </p:nvSpPr>
        <p:spPr>
          <a:xfrm>
            <a:off x="713225" y="445025"/>
            <a:ext cx="3188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49" name="Google Shape;349;p3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3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3">
  <p:cSld name="CUSTOM_5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0"/>
          <p:cNvSpPr txBox="1"/>
          <p:nvPr>
            <p:ph idx="1" type="subTitle"/>
          </p:nvPr>
        </p:nvSpPr>
        <p:spPr>
          <a:xfrm>
            <a:off x="4750175" y="163274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3" name="Google Shape;353;p40"/>
          <p:cNvSpPr txBox="1"/>
          <p:nvPr>
            <p:ph idx="2" type="subTitle"/>
          </p:nvPr>
        </p:nvSpPr>
        <p:spPr>
          <a:xfrm>
            <a:off x="4750184" y="2035022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0"/>
          <p:cNvSpPr txBox="1"/>
          <p:nvPr>
            <p:ph idx="3" type="subTitle"/>
          </p:nvPr>
        </p:nvSpPr>
        <p:spPr>
          <a:xfrm>
            <a:off x="2306450" y="163274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5" name="Google Shape;355;p40"/>
          <p:cNvSpPr txBox="1"/>
          <p:nvPr>
            <p:ph idx="4" type="subTitle"/>
          </p:nvPr>
        </p:nvSpPr>
        <p:spPr>
          <a:xfrm>
            <a:off x="2306462" y="2035022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6" name="Google Shape;356;p40"/>
          <p:cNvSpPr txBox="1"/>
          <p:nvPr>
            <p:ph idx="5" type="subTitle"/>
          </p:nvPr>
        </p:nvSpPr>
        <p:spPr>
          <a:xfrm>
            <a:off x="4750175" y="3062273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7" name="Google Shape;357;p40"/>
          <p:cNvSpPr txBox="1"/>
          <p:nvPr>
            <p:ph idx="6" type="subTitle"/>
          </p:nvPr>
        </p:nvSpPr>
        <p:spPr>
          <a:xfrm>
            <a:off x="4750184" y="3471047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8" name="Google Shape;358;p40"/>
          <p:cNvSpPr txBox="1"/>
          <p:nvPr>
            <p:ph idx="7" type="subTitle"/>
          </p:nvPr>
        </p:nvSpPr>
        <p:spPr>
          <a:xfrm>
            <a:off x="2306450" y="3062273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59" name="Google Shape;359;p40"/>
          <p:cNvSpPr txBox="1"/>
          <p:nvPr>
            <p:ph idx="8" type="subTitle"/>
          </p:nvPr>
        </p:nvSpPr>
        <p:spPr>
          <a:xfrm>
            <a:off x="2306462" y="3471047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0" name="Google Shape;360;p40"/>
          <p:cNvSpPr txBox="1"/>
          <p:nvPr>
            <p:ph type="title"/>
          </p:nvPr>
        </p:nvSpPr>
        <p:spPr>
          <a:xfrm>
            <a:off x="713225" y="445025"/>
            <a:ext cx="2785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361" name="Google Shape;361;p4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4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3">
  <p:cSld name="CUSTOM_26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4" name="Google Shape;364;p4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5" name="Google Shape;365;p4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6" name="Google Shape;366;p41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7" name="Google Shape;367;p41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8" name="Google Shape;368;p41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9" name="Google Shape;369;p41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0" name="Google Shape;370;p41"/>
          <p:cNvSpPr txBox="1"/>
          <p:nvPr>
            <p:ph idx="1" type="subTitle"/>
          </p:nvPr>
        </p:nvSpPr>
        <p:spPr>
          <a:xfrm>
            <a:off x="728750" y="1112872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71" name="Google Shape;371;p41"/>
          <p:cNvSpPr txBox="1"/>
          <p:nvPr>
            <p:ph idx="2" type="subTitle"/>
          </p:nvPr>
        </p:nvSpPr>
        <p:spPr>
          <a:xfrm>
            <a:off x="728762" y="1515149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2" name="Google Shape;372;p41"/>
          <p:cNvSpPr txBox="1"/>
          <p:nvPr>
            <p:ph idx="3" type="subTitle"/>
          </p:nvPr>
        </p:nvSpPr>
        <p:spPr>
          <a:xfrm>
            <a:off x="728750" y="2036386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73" name="Google Shape;373;p41"/>
          <p:cNvSpPr txBox="1"/>
          <p:nvPr>
            <p:ph idx="4" type="subTitle"/>
          </p:nvPr>
        </p:nvSpPr>
        <p:spPr>
          <a:xfrm>
            <a:off x="728762" y="2445160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41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375" name="Google Shape;375;p41"/>
          <p:cNvSpPr txBox="1"/>
          <p:nvPr>
            <p:ph idx="5" type="subTitle"/>
          </p:nvPr>
        </p:nvSpPr>
        <p:spPr>
          <a:xfrm>
            <a:off x="728750" y="2997225"/>
            <a:ext cx="20148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76" name="Google Shape;376;p41"/>
          <p:cNvSpPr txBox="1"/>
          <p:nvPr>
            <p:ph idx="6" type="subTitle"/>
          </p:nvPr>
        </p:nvSpPr>
        <p:spPr>
          <a:xfrm>
            <a:off x="728762" y="3405999"/>
            <a:ext cx="2014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6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2"/>
          <p:cNvSpPr txBox="1"/>
          <p:nvPr>
            <p:ph hasCustomPrompt="1" type="title"/>
          </p:nvPr>
        </p:nvSpPr>
        <p:spPr>
          <a:xfrm>
            <a:off x="2592925" y="714600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79" name="Google Shape;379;p42"/>
          <p:cNvSpPr txBox="1"/>
          <p:nvPr>
            <p:ph idx="1" type="subTitle"/>
          </p:nvPr>
        </p:nvSpPr>
        <p:spPr>
          <a:xfrm>
            <a:off x="2364984" y="1346400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42"/>
          <p:cNvSpPr txBox="1"/>
          <p:nvPr>
            <p:ph hasCustomPrompt="1" idx="2" type="title"/>
          </p:nvPr>
        </p:nvSpPr>
        <p:spPr>
          <a:xfrm>
            <a:off x="2592925" y="2063025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81" name="Google Shape;381;p42"/>
          <p:cNvSpPr txBox="1"/>
          <p:nvPr>
            <p:ph idx="3" type="subTitle"/>
          </p:nvPr>
        </p:nvSpPr>
        <p:spPr>
          <a:xfrm>
            <a:off x="2364984" y="2694825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42"/>
          <p:cNvSpPr txBox="1"/>
          <p:nvPr>
            <p:ph hasCustomPrompt="1" idx="4" type="title"/>
          </p:nvPr>
        </p:nvSpPr>
        <p:spPr>
          <a:xfrm>
            <a:off x="2592925" y="3411450"/>
            <a:ext cx="39582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3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83" name="Google Shape;383;p42"/>
          <p:cNvSpPr txBox="1"/>
          <p:nvPr>
            <p:ph idx="5" type="subTitle"/>
          </p:nvPr>
        </p:nvSpPr>
        <p:spPr>
          <a:xfrm>
            <a:off x="2364950" y="4043250"/>
            <a:ext cx="4414200" cy="37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5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84" name="Google Shape;384;p4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4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28"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43"/>
          <p:cNvSpPr txBox="1"/>
          <p:nvPr>
            <p:ph idx="1" type="subTitle"/>
          </p:nvPr>
        </p:nvSpPr>
        <p:spPr>
          <a:xfrm>
            <a:off x="5700609" y="2084269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88" name="Google Shape;388;p43"/>
          <p:cNvSpPr txBox="1"/>
          <p:nvPr>
            <p:ph idx="2" type="subTitle"/>
          </p:nvPr>
        </p:nvSpPr>
        <p:spPr>
          <a:xfrm>
            <a:off x="5700621" y="2486544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9" name="Google Shape;389;p43"/>
          <p:cNvSpPr txBox="1"/>
          <p:nvPr>
            <p:ph idx="3" type="subTitle"/>
          </p:nvPr>
        </p:nvSpPr>
        <p:spPr>
          <a:xfrm>
            <a:off x="1973988" y="902134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90" name="Google Shape;390;p43"/>
          <p:cNvSpPr txBox="1"/>
          <p:nvPr>
            <p:ph idx="4" type="subTitle"/>
          </p:nvPr>
        </p:nvSpPr>
        <p:spPr>
          <a:xfrm>
            <a:off x="1973988" y="1304410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Mako"/>
                <a:ea typeface="Mako"/>
                <a:cs typeface="Mako"/>
                <a:sym typeface="Mako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1" name="Google Shape;391;p43"/>
          <p:cNvSpPr txBox="1"/>
          <p:nvPr>
            <p:ph idx="5" type="subTitle"/>
          </p:nvPr>
        </p:nvSpPr>
        <p:spPr>
          <a:xfrm>
            <a:off x="1973988" y="3290875"/>
            <a:ext cx="2764500" cy="49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392" name="Google Shape;392;p43"/>
          <p:cNvSpPr txBox="1"/>
          <p:nvPr>
            <p:ph idx="6" type="subTitle"/>
          </p:nvPr>
        </p:nvSpPr>
        <p:spPr>
          <a:xfrm>
            <a:off x="1973988" y="3699649"/>
            <a:ext cx="2764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393" name="Google Shape;393;p4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4" name="Google Shape;394;p4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43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6" name="Google Shape;396;p43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7" name="Google Shape;397;p43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8" name="Google Shape;398;p43"/>
          <p:cNvSpPr txBox="1"/>
          <p:nvPr>
            <p:ph hasCustomPrompt="1" type="title"/>
          </p:nvPr>
        </p:nvSpPr>
        <p:spPr>
          <a:xfrm>
            <a:off x="733000" y="1114450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399" name="Google Shape;399;p43"/>
          <p:cNvSpPr txBox="1"/>
          <p:nvPr>
            <p:ph hasCustomPrompt="1" idx="7" type="title"/>
          </p:nvPr>
        </p:nvSpPr>
        <p:spPr>
          <a:xfrm>
            <a:off x="733000" y="3503175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  <p:sp>
        <p:nvSpPr>
          <p:cNvPr id="400" name="Google Shape;400;p43"/>
          <p:cNvSpPr txBox="1"/>
          <p:nvPr>
            <p:ph hasCustomPrompt="1" idx="8" type="title"/>
          </p:nvPr>
        </p:nvSpPr>
        <p:spPr>
          <a:xfrm>
            <a:off x="4441002" y="2276488"/>
            <a:ext cx="1118100" cy="61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000"/>
              <a:buNone/>
              <a:defRPr sz="4500">
                <a:solidFill>
                  <a:schemeClr val="accen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0"/>
              <a:buFont typeface="Russo One"/>
              <a:buNone/>
              <a:defRPr sz="12000">
                <a:solidFill>
                  <a:schemeClr val="accent1"/>
                </a:solidFill>
                <a:latin typeface="Russo One"/>
                <a:ea typeface="Russo One"/>
                <a:cs typeface="Russo One"/>
                <a:sym typeface="Russo One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7_1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4"/>
          <p:cNvSpPr txBox="1"/>
          <p:nvPr>
            <p:ph type="title"/>
          </p:nvPr>
        </p:nvSpPr>
        <p:spPr>
          <a:xfrm>
            <a:off x="803750" y="2040496"/>
            <a:ext cx="4087500" cy="67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3" name="Google Shape;403;p44"/>
          <p:cNvSpPr txBox="1"/>
          <p:nvPr>
            <p:ph idx="1" type="subTitle"/>
          </p:nvPr>
        </p:nvSpPr>
        <p:spPr>
          <a:xfrm>
            <a:off x="803750" y="2693525"/>
            <a:ext cx="3159300" cy="5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Josefin Sans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04" name="Google Shape;404;p4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5" name="Google Shape;405;p4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CUSTOM_7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5"/>
          <p:cNvSpPr txBox="1"/>
          <p:nvPr>
            <p:ph type="title"/>
          </p:nvPr>
        </p:nvSpPr>
        <p:spPr>
          <a:xfrm>
            <a:off x="4490150" y="2047725"/>
            <a:ext cx="3364200" cy="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/>
        </p:txBody>
      </p:sp>
      <p:sp>
        <p:nvSpPr>
          <p:cNvPr id="408" name="Google Shape;408;p45"/>
          <p:cNvSpPr txBox="1"/>
          <p:nvPr>
            <p:ph idx="1" type="subTitle"/>
          </p:nvPr>
        </p:nvSpPr>
        <p:spPr>
          <a:xfrm>
            <a:off x="4855550" y="2694825"/>
            <a:ext cx="2998800" cy="55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Josefin Sans"/>
              <a:buNone/>
              <a:defRPr sz="1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 rtl="0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cxnSp>
        <p:nvCxnSpPr>
          <p:cNvPr id="409" name="Google Shape;409;p45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45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7">
  <p:cSld name="CUSTOM_8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6"/>
          <p:cNvSpPr txBox="1"/>
          <p:nvPr>
            <p:ph idx="1" type="subTitle"/>
          </p:nvPr>
        </p:nvSpPr>
        <p:spPr>
          <a:xfrm>
            <a:off x="713225" y="1453525"/>
            <a:ext cx="74112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3" name="Google Shape;413;p46"/>
          <p:cNvSpPr txBox="1"/>
          <p:nvPr>
            <p:ph type="title"/>
          </p:nvPr>
        </p:nvSpPr>
        <p:spPr>
          <a:xfrm>
            <a:off x="713225" y="445025"/>
            <a:ext cx="4502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414" name="Google Shape;414;p46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46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46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29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8" name="Google Shape;418;p47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47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47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47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47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47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4" name="Google Shape;424;p47"/>
          <p:cNvSpPr txBox="1"/>
          <p:nvPr>
            <p:ph type="title"/>
          </p:nvPr>
        </p:nvSpPr>
        <p:spPr>
          <a:xfrm>
            <a:off x="1531650" y="445025"/>
            <a:ext cx="6080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25" name="Google Shape;425;p47"/>
          <p:cNvSpPr txBox="1"/>
          <p:nvPr>
            <p:ph idx="1" type="subTitle"/>
          </p:nvPr>
        </p:nvSpPr>
        <p:spPr>
          <a:xfrm>
            <a:off x="4525188" y="1537663"/>
            <a:ext cx="39576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426" name="Google Shape;426;p47"/>
          <p:cNvSpPr txBox="1"/>
          <p:nvPr>
            <p:ph idx="2" type="subTitle"/>
          </p:nvPr>
        </p:nvSpPr>
        <p:spPr>
          <a:xfrm>
            <a:off x="661213" y="1537663"/>
            <a:ext cx="3957600" cy="288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marR="381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9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8"/>
          <p:cNvSpPr txBox="1"/>
          <p:nvPr>
            <p:ph idx="1" type="subTitle"/>
          </p:nvPr>
        </p:nvSpPr>
        <p:spPr>
          <a:xfrm>
            <a:off x="4816075" y="3616375"/>
            <a:ext cx="2942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29" name="Google Shape;429;p48"/>
          <p:cNvSpPr txBox="1"/>
          <p:nvPr>
            <p:ph idx="2" type="subTitle"/>
          </p:nvPr>
        </p:nvSpPr>
        <p:spPr>
          <a:xfrm>
            <a:off x="4816200" y="3956375"/>
            <a:ext cx="29418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48"/>
          <p:cNvSpPr txBox="1"/>
          <p:nvPr>
            <p:ph idx="3" type="subTitle"/>
          </p:nvPr>
        </p:nvSpPr>
        <p:spPr>
          <a:xfrm>
            <a:off x="1385829" y="3616375"/>
            <a:ext cx="2942100" cy="357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31" name="Google Shape;431;p48"/>
          <p:cNvSpPr txBox="1"/>
          <p:nvPr>
            <p:ph idx="4" type="subTitle"/>
          </p:nvPr>
        </p:nvSpPr>
        <p:spPr>
          <a:xfrm>
            <a:off x="1386025" y="3956375"/>
            <a:ext cx="29418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48"/>
          <p:cNvSpPr txBox="1"/>
          <p:nvPr>
            <p:ph type="title"/>
          </p:nvPr>
        </p:nvSpPr>
        <p:spPr>
          <a:xfrm>
            <a:off x="713225" y="445025"/>
            <a:ext cx="272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cxnSp>
        <p:nvCxnSpPr>
          <p:cNvPr id="433" name="Google Shape;433;p48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4" name="Google Shape;434;p48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4">
  <p:cSld name="CUSTOM_31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9"/>
          <p:cNvSpPr txBox="1"/>
          <p:nvPr>
            <p:ph type="title"/>
          </p:nvPr>
        </p:nvSpPr>
        <p:spPr>
          <a:xfrm>
            <a:off x="1244250" y="445025"/>
            <a:ext cx="6655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Merriweather Light"/>
                <a:ea typeface="Merriweather Light"/>
                <a:cs typeface="Merriweather Light"/>
                <a:sym typeface="Merriweather Light"/>
              </a:defRPr>
            </a:lvl9pPr>
          </a:lstStyle>
          <a:p/>
        </p:txBody>
      </p:sp>
      <p:sp>
        <p:nvSpPr>
          <p:cNvPr id="437" name="Google Shape;437;p49"/>
          <p:cNvSpPr txBox="1"/>
          <p:nvPr>
            <p:ph idx="1" type="subTitle"/>
          </p:nvPr>
        </p:nvSpPr>
        <p:spPr>
          <a:xfrm>
            <a:off x="3509000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38" name="Google Shape;438;p49"/>
          <p:cNvSpPr txBox="1"/>
          <p:nvPr>
            <p:ph idx="2" type="subTitle"/>
          </p:nvPr>
        </p:nvSpPr>
        <p:spPr>
          <a:xfrm>
            <a:off x="3509025" y="3814950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9" name="Google Shape;439;p49"/>
          <p:cNvSpPr txBox="1"/>
          <p:nvPr>
            <p:ph idx="3" type="subTitle"/>
          </p:nvPr>
        </p:nvSpPr>
        <p:spPr>
          <a:xfrm>
            <a:off x="95302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40" name="Google Shape;440;p49"/>
          <p:cNvSpPr txBox="1"/>
          <p:nvPr>
            <p:ph idx="4" type="subTitle"/>
          </p:nvPr>
        </p:nvSpPr>
        <p:spPr>
          <a:xfrm>
            <a:off x="953125" y="3814951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1" name="Google Shape;441;p49"/>
          <p:cNvSpPr txBox="1"/>
          <p:nvPr>
            <p:ph idx="5" type="subTitle"/>
          </p:nvPr>
        </p:nvSpPr>
        <p:spPr>
          <a:xfrm>
            <a:off x="6064875" y="3398751"/>
            <a:ext cx="2126100" cy="44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idaloka"/>
              <a:buNone/>
              <a:defRPr sz="24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9pPr>
          </a:lstStyle>
          <a:p/>
        </p:txBody>
      </p:sp>
      <p:sp>
        <p:nvSpPr>
          <p:cNvPr id="442" name="Google Shape;442;p49"/>
          <p:cNvSpPr txBox="1"/>
          <p:nvPr>
            <p:ph idx="6" type="subTitle"/>
          </p:nvPr>
        </p:nvSpPr>
        <p:spPr>
          <a:xfrm>
            <a:off x="6064875" y="3814950"/>
            <a:ext cx="2126100" cy="88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43" name="Google Shape;443;p49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49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49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49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1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50"/>
          <p:cNvSpPr txBox="1"/>
          <p:nvPr>
            <p:ph type="title"/>
          </p:nvPr>
        </p:nvSpPr>
        <p:spPr>
          <a:xfrm>
            <a:off x="2832900" y="791200"/>
            <a:ext cx="3478200" cy="92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7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449" name="Google Shape;449;p50"/>
          <p:cNvSpPr txBox="1"/>
          <p:nvPr>
            <p:ph idx="1" type="subTitle"/>
          </p:nvPr>
        </p:nvSpPr>
        <p:spPr>
          <a:xfrm>
            <a:off x="2983350" y="1749425"/>
            <a:ext cx="3177300" cy="92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0" name="Google Shape;450;p50"/>
          <p:cNvSpPr txBox="1"/>
          <p:nvPr/>
        </p:nvSpPr>
        <p:spPr>
          <a:xfrm>
            <a:off x="2900450" y="3438275"/>
            <a:ext cx="3343200" cy="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CREDITS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This presentation template was created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, infographics &amp; images by </a:t>
            </a:r>
            <a:r>
              <a:rPr b="1" lang="en" sz="1100">
                <a:solidFill>
                  <a:schemeClr val="dk2"/>
                </a:solidFill>
                <a:uFill>
                  <a:noFill/>
                </a:u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1" name="Google Shape;451;p50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50"/>
          <p:cNvCxnSpPr/>
          <p:nvPr/>
        </p:nvCxnSpPr>
        <p:spPr>
          <a:xfrm>
            <a:off x="-257975" y="3935375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50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50"/>
          <p:cNvCxnSpPr/>
          <p:nvPr/>
        </p:nvCxnSpPr>
        <p:spPr>
          <a:xfrm>
            <a:off x="6467450" y="-72550"/>
            <a:ext cx="3047400" cy="13464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6" name="Google Shape;456;p51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7" name="Google Shape;457;p51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9" name="Google Shape;459;p52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0" name="Google Shape;460;p52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1" name="Google Shape;461;p52"/>
          <p:cNvCxnSpPr/>
          <p:nvPr/>
        </p:nvCxnSpPr>
        <p:spPr>
          <a:xfrm>
            <a:off x="7434175" y="-125600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2" name="Google Shape;462;p52"/>
          <p:cNvCxnSpPr/>
          <p:nvPr/>
        </p:nvCxnSpPr>
        <p:spPr>
          <a:xfrm>
            <a:off x="-147275" y="3943475"/>
            <a:ext cx="1993200" cy="1330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2">
  <p:cSld name="CUSTOM_10_1_1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Google Shape;464;p53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6772150" y="3663450"/>
            <a:ext cx="2823300" cy="16332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3">
  <p:cSld name="CUSTOM_30"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8" name="Google Shape;468;p54"/>
          <p:cNvCxnSpPr/>
          <p:nvPr/>
        </p:nvCxnSpPr>
        <p:spPr>
          <a:xfrm>
            <a:off x="-72550" y="27410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9" name="Google Shape;469;p54"/>
          <p:cNvCxnSpPr/>
          <p:nvPr/>
        </p:nvCxnSpPr>
        <p:spPr>
          <a:xfrm>
            <a:off x="-72550" y="4877450"/>
            <a:ext cx="92874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0" name="Google Shape;470;p54"/>
          <p:cNvCxnSpPr/>
          <p:nvPr/>
        </p:nvCxnSpPr>
        <p:spPr>
          <a:xfrm>
            <a:off x="-250225" y="4076450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1" name="Google Shape;471;p54"/>
          <p:cNvCxnSpPr/>
          <p:nvPr/>
        </p:nvCxnSpPr>
        <p:spPr>
          <a:xfrm>
            <a:off x="7441150" y="-48375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2" name="Google Shape;472;p54"/>
          <p:cNvCxnSpPr/>
          <p:nvPr/>
        </p:nvCxnSpPr>
        <p:spPr>
          <a:xfrm flipH="1">
            <a:off x="7454238" y="4053663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" name="Google Shape;473;p54"/>
          <p:cNvCxnSpPr/>
          <p:nvPr/>
        </p:nvCxnSpPr>
        <p:spPr>
          <a:xfrm flipH="1">
            <a:off x="-237137" y="-71162"/>
            <a:ext cx="1926900" cy="1161000"/>
          </a:xfrm>
          <a:prstGeom prst="curvedConnector3">
            <a:avLst>
              <a:gd fmla="val 50000" name="adj1"/>
            </a:avLst>
          </a:prstGeom>
          <a:noFill/>
          <a:ln cap="flat" cmpd="sng" w="28575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i="1"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5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rchive.ics.uci.edu/dataset/601/ai4i+2020+predictive+maintenance+dataset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storage.googleapis.com/kaggle-forum-message-attachments/2301251/19249/Explainable_Artificial_Intelligence_for_Predictive_Maintenance_Applications.pdf" TargetMode="External"/><Relationship Id="rId4" Type="http://schemas.openxmlformats.org/officeDocument/2006/relationships/hyperlink" Target="https://itegam-jetia.org/journal/index.php/jetia/en/article/view/3878/1727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5"/>
          <p:cNvSpPr txBox="1"/>
          <p:nvPr>
            <p:ph type="ctrTitle"/>
          </p:nvPr>
        </p:nvSpPr>
        <p:spPr>
          <a:xfrm>
            <a:off x="1039950" y="1762225"/>
            <a:ext cx="70641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Predictive Maintenance using Machine Learning</a:t>
            </a:r>
            <a:endParaRPr/>
          </a:p>
        </p:txBody>
      </p:sp>
      <p:sp>
        <p:nvSpPr>
          <p:cNvPr id="479" name="Google Shape;479;p55"/>
          <p:cNvSpPr txBox="1"/>
          <p:nvPr>
            <p:ph idx="1" type="subTitle"/>
          </p:nvPr>
        </p:nvSpPr>
        <p:spPr>
          <a:xfrm>
            <a:off x="1039950" y="3919050"/>
            <a:ext cx="7064100" cy="4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By Team B</a:t>
            </a:r>
            <a:r>
              <a:rPr lang="en">
                <a:solidFill>
                  <a:schemeClr val="dk1"/>
                </a:solidFill>
              </a:rPr>
              <a:t>: Abigail Duran, Brandon Rodriguez, Miguel Narido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6"/>
          <p:cNvSpPr txBox="1"/>
          <p:nvPr>
            <p:ph type="title"/>
          </p:nvPr>
        </p:nvSpPr>
        <p:spPr>
          <a:xfrm>
            <a:off x="713225" y="445025"/>
            <a:ext cx="586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Predictive Maintenance?</a:t>
            </a:r>
            <a:endParaRPr/>
          </a:p>
        </p:txBody>
      </p:sp>
      <p:sp>
        <p:nvSpPr>
          <p:cNvPr id="485" name="Google Shape;485;p56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Unexpected machine failures cause downtime and increased maintenance costs.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Predictive maintenance uses operational data to identify potential equipment failures.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Machine learning can identify patterns associated with equipment failure.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Goal: Develop a model to classify machine operating conditions as failure or no failure.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57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Dataset</a:t>
            </a:r>
            <a:endParaRPr/>
          </a:p>
        </p:txBody>
      </p:sp>
      <p:sp>
        <p:nvSpPr>
          <p:cNvPr id="491" name="Google Shape;491;p57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Source: </a:t>
            </a:r>
            <a:r>
              <a:rPr lang="en" sz="1400" u="sng">
                <a:solidFill>
                  <a:srgbClr val="1155CC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UCI AI4I Predictive Maintenance Dataset</a:t>
            </a:r>
            <a:endParaRPr sz="1400">
              <a:solidFill>
                <a:srgbClr val="1155CC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Samples: 10,000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Features: 6 input variables</a:t>
            </a:r>
            <a:endParaRPr sz="13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Missing values: 0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Main Target Variable: Machine failure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Data Type: Synthetic industrial machine data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Target Categories: Failure (1) / No Failure (0)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58"/>
          <p:cNvSpPr txBox="1"/>
          <p:nvPr>
            <p:ph type="title"/>
          </p:nvPr>
        </p:nvSpPr>
        <p:spPr>
          <a:xfrm>
            <a:off x="713225" y="445025"/>
            <a:ext cx="4711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Features</a:t>
            </a:r>
            <a:endParaRPr/>
          </a:p>
        </p:txBody>
      </p:sp>
      <p:sp>
        <p:nvSpPr>
          <p:cNvPr id="497" name="Google Shape;497;p58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Product Type: Low (L), Medium (M), or High quality (H).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Air Temperature: Kelvin (K)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Process Temperature: Kelvin (K)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Rotational Speed: Revolutions Per Minute (RPM)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Torque: Newton-meters (Nm)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Tool Wear: Minutes (min)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9"/>
          <p:cNvSpPr txBox="1"/>
          <p:nvPr>
            <p:ph type="title"/>
          </p:nvPr>
        </p:nvSpPr>
        <p:spPr>
          <a:xfrm>
            <a:off x="713225" y="445025"/>
            <a:ext cx="715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Will We Predict Machine Failure?</a:t>
            </a:r>
            <a:endParaRPr/>
          </a:p>
        </p:txBody>
      </p:sp>
      <p:sp>
        <p:nvSpPr>
          <p:cNvPr id="503" name="Google Shape;503;p59"/>
          <p:cNvSpPr txBox="1"/>
          <p:nvPr>
            <p:ph idx="1" type="body"/>
          </p:nvPr>
        </p:nvSpPr>
        <p:spPr>
          <a:xfrm>
            <a:off x="713250" y="1210250"/>
            <a:ext cx="7717500" cy="149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Supervised machine learning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Binary classification: Failure or No Failure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Potential Models: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Logistic Regression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Decision Tree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Random Forest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Evaluate using Precision, Recall and F1-score.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</p:txBody>
      </p:sp>
      <p:grpSp>
        <p:nvGrpSpPr>
          <p:cNvPr id="504" name="Google Shape;504;p59"/>
          <p:cNvGrpSpPr/>
          <p:nvPr/>
        </p:nvGrpSpPr>
        <p:grpSpPr>
          <a:xfrm>
            <a:off x="3165250" y="3080900"/>
            <a:ext cx="2813500" cy="1687775"/>
            <a:chOff x="3165250" y="2861600"/>
            <a:chExt cx="2813500" cy="1687775"/>
          </a:xfrm>
        </p:grpSpPr>
        <p:sp>
          <p:nvSpPr>
            <p:cNvPr id="505" name="Google Shape;505;p59"/>
            <p:cNvSpPr/>
            <p:nvPr/>
          </p:nvSpPr>
          <p:spPr>
            <a:xfrm>
              <a:off x="3242850" y="2861600"/>
              <a:ext cx="2658300" cy="1528500"/>
            </a:xfrm>
            <a:prstGeom prst="round2DiagRect">
              <a:avLst>
                <a:gd fmla="val 16667" name="adj1"/>
                <a:gd fmla="val 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06" name="Google Shape;506;p59"/>
            <p:cNvSpPr txBox="1"/>
            <p:nvPr/>
          </p:nvSpPr>
          <p:spPr>
            <a:xfrm>
              <a:off x="3820950" y="2861600"/>
              <a:ext cx="15021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Machine Data</a:t>
              </a:r>
              <a:endPara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07" name="Google Shape;507;p59"/>
            <p:cNvSpPr txBox="1"/>
            <p:nvPr/>
          </p:nvSpPr>
          <p:spPr>
            <a:xfrm>
              <a:off x="3639450" y="3403975"/>
              <a:ext cx="18651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Trained ML Model</a:t>
              </a:r>
              <a:endPara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08" name="Google Shape;508;p59"/>
            <p:cNvSpPr txBox="1"/>
            <p:nvPr/>
          </p:nvSpPr>
          <p:spPr>
            <a:xfrm>
              <a:off x="3165250" y="3976675"/>
              <a:ext cx="15021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Failure</a:t>
              </a:r>
              <a:endPara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09" name="Google Shape;509;p59"/>
            <p:cNvSpPr txBox="1"/>
            <p:nvPr/>
          </p:nvSpPr>
          <p:spPr>
            <a:xfrm>
              <a:off x="4476650" y="3976675"/>
              <a:ext cx="1502100" cy="57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rPr>
                <a:t>No Failure</a:t>
              </a:r>
              <a:endPara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0" name="Google Shape;510;p59"/>
            <p:cNvSpPr/>
            <p:nvPr/>
          </p:nvSpPr>
          <p:spPr>
            <a:xfrm rot="5400000">
              <a:off x="4456950" y="3264500"/>
              <a:ext cx="230100" cy="109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1" name="Google Shape;511;p59"/>
            <p:cNvSpPr/>
            <p:nvPr/>
          </p:nvSpPr>
          <p:spPr>
            <a:xfrm rot="5400000">
              <a:off x="4456950" y="3762225"/>
              <a:ext cx="230100" cy="109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2" name="Google Shape;512;p59"/>
            <p:cNvSpPr/>
            <p:nvPr/>
          </p:nvSpPr>
          <p:spPr>
            <a:xfrm rot="5400000">
              <a:off x="5112650" y="3910575"/>
              <a:ext cx="230100" cy="109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3" name="Google Shape;513;p59"/>
            <p:cNvSpPr/>
            <p:nvPr/>
          </p:nvSpPr>
          <p:spPr>
            <a:xfrm>
              <a:off x="4784788" y="3850275"/>
              <a:ext cx="230100" cy="109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4" name="Google Shape;514;p59"/>
            <p:cNvSpPr/>
            <p:nvPr/>
          </p:nvSpPr>
          <p:spPr>
            <a:xfrm rot="5400000">
              <a:off x="3801250" y="3910575"/>
              <a:ext cx="230100" cy="109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515" name="Google Shape;515;p59"/>
            <p:cNvSpPr/>
            <p:nvPr/>
          </p:nvSpPr>
          <p:spPr>
            <a:xfrm rot="10800000">
              <a:off x="4129088" y="3850275"/>
              <a:ext cx="230100" cy="1095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0"/>
          <p:cNvSpPr txBox="1"/>
          <p:nvPr>
            <p:ph type="title"/>
          </p:nvPr>
        </p:nvSpPr>
        <p:spPr>
          <a:xfrm>
            <a:off x="713225" y="445025"/>
            <a:ext cx="586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Work</a:t>
            </a:r>
            <a:endParaRPr/>
          </a:p>
        </p:txBody>
      </p:sp>
      <p:sp>
        <p:nvSpPr>
          <p:cNvPr id="521" name="Google Shape;521;p60"/>
          <p:cNvSpPr txBox="1"/>
          <p:nvPr>
            <p:ph idx="1" type="body"/>
          </p:nvPr>
        </p:nvSpPr>
        <p:spPr>
          <a:xfrm>
            <a:off x="713250" y="1017725"/>
            <a:ext cx="7717500" cy="396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Matzka (2020) - Original Dataset Study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Intro</a:t>
            </a:r>
            <a:r>
              <a:rPr lang="en">
                <a:solidFill>
                  <a:schemeClr val="dk1"/>
                </a:solidFill>
              </a:rPr>
              <a:t>duced the AI4I 2020 Predictive Maintenance Dataset.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Used Decision Trees and explainable AI to predict and analyze machine failures.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Demonstrated how machine operating conditions can help identify potential equipment failures.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Gonzalez Islas et al. (2026) - ML Model Comparison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Compared multiple algorithms, including Random Forest, Decision Tree, and Artificial Neural Networks (ANN).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Investigated feature selection and data balancing techniques to improve failure classification.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Evaluated models using accuracy, precision, recall, and F1-score.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How This Relates to Our Project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We plan to compare different ML models to predict machine failure.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We will evaluate how accurately each model identifies failures.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22" name="Google Shape;522;p60"/>
          <p:cNvSpPr txBox="1"/>
          <p:nvPr/>
        </p:nvSpPr>
        <p:spPr>
          <a:xfrm>
            <a:off x="128100" y="4790175"/>
            <a:ext cx="9015900" cy="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References</a:t>
            </a:r>
            <a:r>
              <a:rPr lang="en" sz="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3"/>
              </a:rPr>
              <a:t>Matzka, S. (2020). Explainable Artificial Intelligence for Predictive Maintenance Applications.</a:t>
            </a:r>
            <a:endParaRPr sz="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u="sng">
                <a:solidFill>
                  <a:schemeClr val="hlink"/>
                </a:solidFill>
                <a:latin typeface="Montserrat"/>
                <a:ea typeface="Montserrat"/>
                <a:cs typeface="Montserrat"/>
                <a:sym typeface="Montserrat"/>
                <a:hlinkClick r:id="rId4"/>
              </a:rPr>
              <a:t>Gonzalez Islas et al. (2026). Comparative Evaluation of Machine Learning Models for Predictive Maintenance Using the AI4I 2020 Dataset.</a:t>
            </a:r>
            <a:endParaRPr sz="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61"/>
          <p:cNvSpPr txBox="1"/>
          <p:nvPr>
            <p:ph type="title"/>
          </p:nvPr>
        </p:nvSpPr>
        <p:spPr>
          <a:xfrm>
            <a:off x="713225" y="445025"/>
            <a:ext cx="5868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Project Plan</a:t>
            </a:r>
            <a:endParaRPr/>
          </a:p>
        </p:txBody>
      </p:sp>
      <p:sp>
        <p:nvSpPr>
          <p:cNvPr id="528" name="Google Shape;528;p61"/>
          <p:cNvSpPr txBox="1"/>
          <p:nvPr>
            <p:ph idx="1" type="body"/>
          </p:nvPr>
        </p:nvSpPr>
        <p:spPr>
          <a:xfrm>
            <a:off x="713250" y="1272925"/>
            <a:ext cx="7717500" cy="32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Explore and preprocess the dataset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Select relevant features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Split data into training and testing sets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Train classification models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Evaluate and compare model performance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" sz="1400">
                <a:solidFill>
                  <a:schemeClr val="dk1"/>
                </a:solidFill>
              </a:rPr>
              <a:t>Identify which operating features are most associated with machine failure.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